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0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30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Bod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RFID Attendance And School Operations System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Full capabilities demonstration</a:t>
            </a:r>
          </a:p>
          <a:p>
            <a:pPr marL="342900" indent="-171450">
              <a:buChar char="•"/>
            </a:pPr>
            <a:r>
              <a:rPr lang="en-US" sz="2600"/>
              <a:t>Attendance, face verification, inventory, registrar biometrics, portal, Messenger, online classes, clinic, emergency,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Presentation Goal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Show the complete system by role</a:t>
            </a:r>
          </a:p>
          <a:p>
            <a:pPr marL="342900" indent="-171450">
              <a:buChar char="•"/>
            </a:pPr>
            <a:r>
              <a:rPr lang="en-US" sz="2600"/>
              <a:t>Explain the correct setup order</a:t>
            </a:r>
          </a:p>
          <a:p>
            <a:pPr marL="342900" indent="-171450">
              <a:buChar char="•"/>
            </a:pPr>
            <a:r>
              <a:rPr lang="en-US" sz="2600"/>
              <a:t>Demonstrate instructor verification</a:t>
            </a:r>
          </a:p>
          <a:p>
            <a:pPr marL="342900" indent="-171450">
              <a:buChar char="•"/>
            </a:pPr>
            <a:r>
              <a:rPr lang="en-US" sz="2600"/>
              <a:t>Demonstrate attendance, portal, Messenger, excuse letters, emergency, inventory, and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System Users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Root Admin</a:t>
            </a:r>
          </a:p>
          <a:p>
            <a:pPr marL="342900" indent="-171450">
              <a:buChar char="•"/>
            </a:pPr>
            <a:r>
              <a:rPr lang="en-US" sz="2600"/>
              <a:t>Admin</a:t>
            </a:r>
          </a:p>
          <a:p>
            <a:pPr marL="342900" indent="-171450">
              <a:buChar char="•"/>
            </a:pPr>
            <a:r>
              <a:rPr lang="en-US" sz="2600"/>
              <a:t>Registrar</a:t>
            </a:r>
          </a:p>
          <a:p>
            <a:pPr marL="342900" indent="-171450">
              <a:buChar char="•"/>
            </a:pPr>
            <a:r>
              <a:rPr lang="en-US" sz="2600"/>
              <a:t>Instructor</a:t>
            </a:r>
          </a:p>
          <a:p>
            <a:pPr marL="342900" indent="-171450">
              <a:buChar char="•"/>
            </a:pPr>
            <a:r>
              <a:rPr lang="en-US" sz="2600"/>
              <a:t>Console Panel User</a:t>
            </a:r>
          </a:p>
          <a:p>
            <a:pPr marL="342900" indent="-171450">
              <a:buChar char="•"/>
            </a:pPr>
            <a:r>
              <a:rPr lang="en-US" sz="2600"/>
              <a:t>Student</a:t>
            </a:r>
          </a:p>
          <a:p>
            <a:pPr marL="342900" indent="-171450">
              <a:buChar char="•"/>
            </a:pPr>
            <a:r>
              <a:rPr lang="en-US" sz="2600"/>
              <a:t>Parent</a:t>
            </a:r>
          </a:p>
          <a:p>
            <a:pPr marL="342900" indent="-171450">
              <a:buChar char="•"/>
            </a:pPr>
            <a:r>
              <a:rPr lang="en-US" sz="2600"/>
              <a:t>Clinic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Recommended Demo Order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Admin setup</a:t>
            </a:r>
          </a:p>
          <a:p>
            <a:pPr marL="342900" indent="-171450">
              <a:buChar char="•"/>
            </a:pPr>
            <a:r>
              <a:rPr lang="en-US" sz="2600"/>
              <a:t>Registrar enrollment</a:t>
            </a:r>
          </a:p>
          <a:p>
            <a:pPr marL="342900" indent="-171450">
              <a:buChar char="•"/>
            </a:pPr>
            <a:r>
              <a:rPr lang="en-US" sz="2600"/>
              <a:t>Instructor login and verification</a:t>
            </a:r>
          </a:p>
          <a:p>
            <a:pPr marL="342900" indent="-171450">
              <a:buChar char="•"/>
            </a:pPr>
            <a:r>
              <a:rPr lang="en-US" sz="2600"/>
              <a:t>Console attendance panel</a:t>
            </a:r>
          </a:p>
          <a:p>
            <a:pPr marL="342900" indent="-171450">
              <a:buChar char="•"/>
            </a:pPr>
            <a:r>
              <a:rPr lang="en-US" sz="2600"/>
              <a:t>Student/parent portal</a:t>
            </a:r>
          </a:p>
          <a:p>
            <a:pPr marL="342900" indent="-171450">
              <a:buChar char="•"/>
            </a:pPr>
            <a:r>
              <a:rPr lang="en-US" sz="2600"/>
              <a:t>Messenger, excuse letters, emergency, inventory,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Admin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Laboratories and active devices</a:t>
            </a:r>
          </a:p>
          <a:p>
            <a:pPr marL="342900" indent="-171450">
              <a:buChar char="•"/>
            </a:pPr>
            <a:r>
              <a:rPr lang="en-US" sz="2600"/>
              <a:t>Academic records: strands, sections, subjects, schedules</a:t>
            </a:r>
          </a:p>
          <a:p>
            <a:pPr marL="342900" indent="-171450">
              <a:buChar char="•"/>
            </a:pPr>
            <a:r>
              <a:rPr lang="en-US" sz="2600"/>
              <a:t>Users, instructors, students, parent links</a:t>
            </a:r>
          </a:p>
          <a:p>
            <a:pPr marL="342900" indent="-171450">
              <a:buChar char="•"/>
            </a:pPr>
            <a:r>
              <a:rPr lang="en-US" sz="2600"/>
              <a:t>Inventory records</a:t>
            </a:r>
          </a:p>
          <a:p>
            <a:pPr marL="342900" indent="-171450">
              <a:buChar char="•"/>
            </a:pPr>
            <a:r>
              <a:rPr lang="en-US" sz="2600"/>
              <a:t>Attendance logs, online classes, reports, settings, Messenger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Admin Setup Demonstration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Login as admin</a:t>
            </a:r>
          </a:p>
          <a:p>
            <a:pPr marL="342900" indent="-171450">
              <a:buChar char="•"/>
            </a:pPr>
            <a:r>
              <a:rPr lang="en-US" sz="2600"/>
              <a:t>Show laboratories and active devices</a:t>
            </a:r>
          </a:p>
          <a:p>
            <a:pPr marL="342900" indent="-171450">
              <a:buChar char="•"/>
            </a:pPr>
            <a:r>
              <a:rPr lang="en-US" sz="2600"/>
              <a:t>Show strands, sections, and subjects</a:t>
            </a:r>
          </a:p>
          <a:p>
            <a:pPr marL="342900" indent="-171450">
              <a:buChar char="•"/>
            </a:pPr>
            <a:r>
              <a:rPr lang="en-US" sz="2600"/>
              <a:t>Show instructors and students</a:t>
            </a:r>
          </a:p>
          <a:p>
            <a:pPr marL="342900" indent="-171450">
              <a:buChar char="•"/>
            </a:pPr>
            <a:r>
              <a:rPr lang="en-US" sz="2600"/>
              <a:t>Confirm people and academics exist before schedules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Schedule Setup Demonstration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Open Schedules</a:t>
            </a:r>
          </a:p>
          <a:p>
            <a:pPr marL="342900" indent="-171450">
              <a:buChar char="•"/>
            </a:pPr>
            <a:r>
              <a:rPr lang="en-US" sz="2600"/>
              <a:t>Select laboratory, instructor, section, and subject</a:t>
            </a:r>
          </a:p>
          <a:p>
            <a:pPr marL="342900" indent="-171450">
              <a:buChar char="•"/>
            </a:pPr>
            <a:r>
              <a:rPr lang="en-US" sz="2600"/>
              <a:t>Set weekday, start time, and end time</a:t>
            </a:r>
          </a:p>
          <a:p>
            <a:pPr marL="342900" indent="-171450">
              <a:buChar char="•"/>
            </a:pPr>
            <a:r>
              <a:rPr lang="en-US" sz="2600"/>
              <a:t>Save schedule</a:t>
            </a:r>
          </a:p>
          <a:p>
            <a:pPr marL="342900" indent="-171450">
              <a:buChar char="•"/>
            </a:pPr>
            <a:r>
              <a:rPr lang="en-US" sz="2600"/>
              <a:t>Mention manual overlap checking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Inventory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Create and review inventory records</a:t>
            </a:r>
          </a:p>
          <a:p>
            <a:pPr marL="342900" indent="-171450">
              <a:buChar char="•"/>
            </a:pPr>
            <a:r>
              <a:rPr lang="en-US" sz="2600"/>
              <a:t>Track item names, categories, quantity, status, and location</a:t>
            </a:r>
          </a:p>
          <a:p>
            <a:pPr marL="342900" indent="-171450">
              <a:buChar char="•"/>
            </a:pPr>
            <a:r>
              <a:rPr lang="en-US" sz="2600"/>
              <a:t>Support admin visibility and reporting</a:t>
            </a:r>
          </a:p>
          <a:p>
            <a:pPr marL="342900" indent="-171450">
              <a:buChar char="•"/>
            </a:pPr>
            <a:r>
              <a:rPr lang="en-US" sz="2600"/>
              <a:t>This demo covers inventory records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Registrar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Student RFID enrollment</a:t>
            </a:r>
          </a:p>
          <a:p>
            <a:pPr marL="342900" indent="-171450">
              <a:buChar char="•"/>
            </a:pPr>
            <a:r>
              <a:rPr lang="en-US" sz="2600"/>
              <a:t>Student face image enrollment</a:t>
            </a:r>
          </a:p>
          <a:p>
            <a:pPr marL="342900" indent="-171450">
              <a:buChar char="•"/>
            </a:pPr>
            <a:r>
              <a:rPr lang="en-US" sz="2600"/>
              <a:t>Instructor RFID enrollment</a:t>
            </a:r>
          </a:p>
          <a:p>
            <a:pPr marL="342900" indent="-171450">
              <a:buChar char="•"/>
            </a:pPr>
            <a:r>
              <a:rPr lang="en-US" sz="2600"/>
              <a:t>Instructor face image enrollment</a:t>
            </a:r>
          </a:p>
          <a:p>
            <a:pPr marL="342900" indent="-171450">
              <a:buChar char="•"/>
            </a:pPr>
            <a:r>
              <a:rPr lang="en-US" sz="2600"/>
              <a:t>Registrar reports and Messenger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Registrar Demonstration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Login as registrar</a:t>
            </a:r>
          </a:p>
          <a:p>
            <a:pPr marL="342900" indent="-171450">
              <a:buChar char="•"/>
            </a:pPr>
            <a:r>
              <a:rPr lang="en-US" sz="2600"/>
              <a:t>Open Student Biometric Enrollment</a:t>
            </a:r>
          </a:p>
          <a:p>
            <a:pPr marL="342900" indent="-171450">
              <a:buChar char="•"/>
            </a:pPr>
            <a:r>
              <a:rPr lang="en-US" sz="2600"/>
              <a:t>Show student RFID and face images</a:t>
            </a:r>
          </a:p>
          <a:p>
            <a:pPr marL="342900" indent="-171450">
              <a:buChar char="•"/>
            </a:pPr>
            <a:r>
              <a:rPr lang="en-US" sz="2600"/>
              <a:t>Open Instructor Face Enrollment</a:t>
            </a:r>
          </a:p>
          <a:p>
            <a:pPr marL="342900" indent="-171450">
              <a:buChar char="•"/>
            </a:pPr>
            <a:r>
              <a:rPr lang="en-US" sz="2600"/>
              <a:t>Show instructor RFID and face images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Instructor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Instructor dashboard</a:t>
            </a:r>
          </a:p>
          <a:p>
            <a:pPr marL="342900" indent="-171450">
              <a:buChar char="•"/>
            </a:pPr>
            <a:r>
              <a:rPr lang="en-US" sz="2600"/>
              <a:t>Extra verification before protected access</a:t>
            </a:r>
          </a:p>
          <a:p>
            <a:pPr marL="342900" indent="-171450">
              <a:buChar char="•"/>
            </a:pPr>
            <a:r>
              <a:rPr lang="en-US" sz="2600"/>
              <a:t>Assigned schedules and students</a:t>
            </a:r>
          </a:p>
          <a:p>
            <a:pPr marL="342900" indent="-171450">
              <a:buChar char="•"/>
            </a:pPr>
            <a:r>
              <a:rPr lang="en-US" sz="2600"/>
              <a:t>Online classes</a:t>
            </a:r>
          </a:p>
          <a:p>
            <a:pPr marL="342900" indent="-171450">
              <a:buChar char="•"/>
            </a:pPr>
            <a:r>
              <a:rPr lang="en-US" sz="2600"/>
              <a:t>Attendance participation, approvals, logs, reports, Messenger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Instructor Login Verification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Verification page: /instructor/verify</a:t>
            </a:r>
          </a:p>
          <a:p>
            <a:pPr marL="342900" indent="-171450">
              <a:buChar char="•"/>
            </a:pPr>
            <a:r>
              <a:rPr lang="en-US" sz="2600"/>
              <a:t>Facial verification using enrolled instructor face</a:t>
            </a:r>
          </a:p>
          <a:p>
            <a:pPr marL="342900" indent="-171450">
              <a:buChar char="•"/>
            </a:pPr>
            <a:r>
              <a:rPr lang="en-US" sz="2600"/>
              <a:t>Email OTP</a:t>
            </a:r>
          </a:p>
          <a:p>
            <a:pPr marL="342900" indent="-171450">
              <a:buChar char="•"/>
            </a:pPr>
            <a:r>
              <a:rPr lang="en-US" sz="2600"/>
              <a:t>Security questions</a:t>
            </a:r>
          </a:p>
          <a:p>
            <a:pPr marL="342900" indent="-171450">
              <a:buChar char="•"/>
            </a:pPr>
            <a:r>
              <a:rPr lang="en-US" sz="2600"/>
              <a:t>Verified instructor redirects to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Instructor Verification Demo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Login as instructor</a:t>
            </a:r>
          </a:p>
          <a:p>
            <a:pPr marL="342900" indent="-171450">
              <a:buChar char="•"/>
            </a:pPr>
            <a:r>
              <a:rPr lang="en-US" sz="2600"/>
              <a:t>Show Face Verification option</a:t>
            </a:r>
          </a:p>
          <a:p>
            <a:pPr marL="342900" indent="-171450">
              <a:buChar char="•"/>
            </a:pPr>
            <a:r>
              <a:rPr lang="en-US" sz="2600"/>
              <a:t>Show OTP send and OTP entry</a:t>
            </a:r>
          </a:p>
          <a:p>
            <a:pPr marL="342900" indent="-171450">
              <a:buChar char="•"/>
            </a:pPr>
            <a:r>
              <a:rPr lang="en-US" sz="2600"/>
              <a:t>Show Security Question setup or answer</a:t>
            </a:r>
          </a:p>
          <a:p>
            <a:pPr marL="342900" indent="-171450">
              <a:buChar char="•"/>
            </a:pPr>
            <a:r>
              <a:rPr lang="en-US" sz="2600"/>
              <a:t>Continue to instructor dashboard after success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Console Panel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Room selection</a:t>
            </a:r>
          </a:p>
          <a:p>
            <a:pPr marL="342900" indent="-171450">
              <a:buChar char="•"/>
            </a:pPr>
            <a:r>
              <a:rPr lang="en-US" sz="2600"/>
              <a:t>Instructor RFID session start</a:t>
            </a:r>
          </a:p>
          <a:p>
            <a:pPr marL="342900" indent="-171450">
              <a:buChar char="•"/>
            </a:pPr>
            <a:r>
              <a:rPr lang="en-US" sz="2600"/>
              <a:t>Student face/fallback verification</a:t>
            </a:r>
          </a:p>
          <a:p>
            <a:pPr marL="342900" indent="-171450">
              <a:buChar char="•"/>
            </a:pPr>
            <a:r>
              <a:rPr lang="en-US" sz="2600"/>
              <a:t>Student RFID tap recording</a:t>
            </a:r>
          </a:p>
          <a:p>
            <a:pPr marL="342900" indent="-171450">
              <a:buChar char="•"/>
            </a:pPr>
            <a:r>
              <a:rPr lang="en-US" sz="2600"/>
              <a:t>Temporary movement and Student Logout support</a:t>
            </a:r>
          </a:p>
          <a:p>
            <a:pPr marL="342900" indent="-171450">
              <a:buChar char="•"/>
            </a:pPr>
            <a:r>
              <a:rPr lang="en-US" sz="2600"/>
              <a:t>Emergency alert creation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Attendance Panel Demonstration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Login as console</a:t>
            </a:r>
          </a:p>
          <a:p>
            <a:pPr marL="342900" indent="-171450">
              <a:buChar char="•"/>
            </a:pPr>
            <a:r>
              <a:rPr lang="en-US" sz="2600"/>
              <a:t>Select laboratory</a:t>
            </a:r>
          </a:p>
          <a:p>
            <a:pPr marL="342900" indent="-171450">
              <a:buChar char="•"/>
            </a:pPr>
            <a:r>
              <a:rPr lang="en-US" sz="2600"/>
              <a:t>Instructor taps RFID to start class</a:t>
            </a:r>
          </a:p>
          <a:p>
            <a:pPr marL="342900" indent="-171450">
              <a:buChar char="•"/>
            </a:pPr>
            <a:r>
              <a:rPr lang="en-US" sz="2600"/>
              <a:t>Student completes verification</a:t>
            </a:r>
          </a:p>
          <a:p>
            <a:pPr marL="342900" indent="-171450">
              <a:buChar char="•"/>
            </a:pPr>
            <a:r>
              <a:rPr lang="en-US" sz="2600"/>
              <a:t>Student taps RFID</a:t>
            </a:r>
          </a:p>
          <a:p>
            <a:pPr marL="342900" indent="-171450">
              <a:buChar char="•"/>
            </a:pPr>
            <a:r>
              <a:rPr lang="en-US" sz="2600"/>
              <a:t>Panel records check-in, late, temporary movement, or checkout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Attendance Rules Demonstration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First valid tap is check-in</a:t>
            </a:r>
          </a:p>
          <a:p>
            <a:pPr marL="342900" indent="-171450">
              <a:buChar char="•"/>
            </a:pPr>
            <a:r>
              <a:rPr lang="en-US" sz="2600"/>
              <a:t>Late uses admin threshold</a:t>
            </a:r>
          </a:p>
          <a:p>
            <a:pPr marL="342900" indent="-171450">
              <a:buChar char="•"/>
            </a:pPr>
            <a:r>
              <a:rPr lang="en-US" sz="2600"/>
              <a:t>Temporary exit/return needs instructor approval</a:t>
            </a:r>
          </a:p>
          <a:p>
            <a:pPr marL="342900" indent="-171450">
              <a:buChar char="•"/>
            </a:pPr>
            <a:r>
              <a:rPr lang="en-US" sz="2600"/>
              <a:t>Checkout window starts 15 minutes before end</a:t>
            </a:r>
          </a:p>
          <a:p>
            <a:pPr marL="342900" indent="-171450">
              <a:buChar char="•"/>
            </a:pPr>
            <a:r>
              <a:rPr lang="en-US" sz="2600"/>
              <a:t>Extra taps after checkout are ignored but logged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Student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Portal dashboard</a:t>
            </a:r>
          </a:p>
          <a:p>
            <a:pPr marL="342900" indent="-171450">
              <a:buChar char="•"/>
            </a:pPr>
            <a:r>
              <a:rPr lang="en-US" sz="2600"/>
              <a:t>Attendance history and evidence links when authorized</a:t>
            </a:r>
          </a:p>
          <a:p>
            <a:pPr marL="342900" indent="-171450">
              <a:buChar char="•"/>
            </a:pPr>
            <a:r>
              <a:rPr lang="en-US" sz="2600"/>
              <a:t>Online classes</a:t>
            </a:r>
          </a:p>
          <a:p>
            <a:pPr marL="342900" indent="-171450">
              <a:buChar char="•"/>
            </a:pPr>
            <a:r>
              <a:rPr lang="en-US" sz="2600"/>
              <a:t>Excuse letters with attachments</a:t>
            </a:r>
          </a:p>
          <a:p>
            <a:pPr marL="342900" indent="-171450">
              <a:buChar char="•"/>
            </a:pPr>
            <a:r>
              <a:rPr lang="en-US" sz="2600"/>
              <a:t>Messenger, notifications, profile and password updates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Parent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Linked student dashboard</a:t>
            </a:r>
          </a:p>
          <a:p>
            <a:pPr marL="342900" indent="-171450">
              <a:buChar char="•"/>
            </a:pPr>
            <a:r>
              <a:rPr lang="en-US" sz="2600"/>
              <a:t>Linked student switching</a:t>
            </a:r>
          </a:p>
          <a:p>
            <a:pPr marL="342900" indent="-171450">
              <a:buChar char="•"/>
            </a:pPr>
            <a:r>
              <a:rPr lang="en-US" sz="2600"/>
              <a:t>Attendance viewing</a:t>
            </a:r>
          </a:p>
          <a:p>
            <a:pPr marL="342900" indent="-171450">
              <a:buChar char="•"/>
            </a:pPr>
            <a:r>
              <a:rPr lang="en-US" sz="2600"/>
              <a:t>Excuse letter approval</a:t>
            </a:r>
          </a:p>
          <a:p>
            <a:pPr marL="342900" indent="-171450">
              <a:buChar char="•"/>
            </a:pPr>
            <a:r>
              <a:rPr lang="en-US" sz="2600"/>
              <a:t>Parent-created signed letters</a:t>
            </a:r>
          </a:p>
          <a:p>
            <a:pPr marL="342900" indent="-171450">
              <a:buChar char="•"/>
            </a:pPr>
            <a:r>
              <a:rPr lang="en-US" sz="2600"/>
              <a:t>Messenger and notifications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Student And Parent Portal Demo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Login as student</a:t>
            </a:r>
          </a:p>
          <a:p>
            <a:pPr marL="342900" indent="-171450">
              <a:buChar char="•"/>
            </a:pPr>
            <a:r>
              <a:rPr lang="en-US" sz="2600"/>
              <a:t>Show dashboard, attendance, online classes, excuse letters</a:t>
            </a:r>
          </a:p>
          <a:p>
            <a:pPr marL="342900" indent="-171450">
              <a:buChar char="•"/>
            </a:pPr>
            <a:r>
              <a:rPr lang="en-US" sz="2600"/>
              <a:t>Create excuse letter</a:t>
            </a:r>
          </a:p>
          <a:p>
            <a:pPr marL="342900" indent="-171450">
              <a:buChar char="•"/>
            </a:pPr>
            <a:r>
              <a:rPr lang="en-US" sz="2600"/>
              <a:t>Login as parent</a:t>
            </a:r>
          </a:p>
          <a:p>
            <a:pPr marL="342900" indent="-171450">
              <a:buChar char="•"/>
            </a:pPr>
            <a:r>
              <a:rPr lang="en-US" sz="2600"/>
              <a:t>Approve and download approved letter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Messenger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Unified Messenger for authenticated roles</a:t>
            </a:r>
          </a:p>
          <a:p>
            <a:pPr marL="342900" indent="-171450">
              <a:buChar char="•"/>
            </a:pPr>
            <a:r>
              <a:rPr lang="en-US" sz="2600"/>
              <a:t>Search users</a:t>
            </a:r>
          </a:p>
          <a:p>
            <a:pPr marL="342900" indent="-171450">
              <a:buChar char="•"/>
            </a:pPr>
            <a:r>
              <a:rPr lang="en-US" sz="2600"/>
              <a:t>Start or open conversation</a:t>
            </a:r>
          </a:p>
          <a:p>
            <a:pPr marL="342900" indent="-171450">
              <a:buChar char="•"/>
            </a:pPr>
            <a:r>
              <a:rPr lang="en-US" sz="2600"/>
              <a:t>Send messages and attachments</a:t>
            </a:r>
          </a:p>
          <a:p>
            <a:pPr marL="342900" indent="-171450">
              <a:buChar char="•"/>
            </a:pPr>
            <a:r>
              <a:rPr lang="en-US" sz="2600"/>
              <a:t>Student sends message and instructor replies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Online Class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Instructor/admin create online classes</a:t>
            </a:r>
          </a:p>
          <a:p>
            <a:pPr marL="342900" indent="-171450">
              <a:buChar char="•"/>
            </a:pPr>
            <a:r>
              <a:rPr lang="en-US" sz="2600"/>
              <a:t>Meeting link and instructions</a:t>
            </a:r>
          </a:p>
          <a:p>
            <a:pPr marL="342900" indent="-171450">
              <a:buChar char="•"/>
            </a:pPr>
            <a:r>
              <a:rPr lang="en-US" sz="2600"/>
              <a:t>Optional face requirement</a:t>
            </a:r>
          </a:p>
          <a:p>
            <a:pPr marL="342900" indent="-171450">
              <a:buChar char="•"/>
            </a:pPr>
            <a:r>
              <a:rPr lang="en-US" sz="2600"/>
              <a:t>Student join tracking</a:t>
            </a:r>
          </a:p>
          <a:p>
            <a:pPr marL="342900" indent="-171450">
              <a:buChar char="•"/>
            </a:pPr>
            <a:r>
              <a:rPr lang="en-US" sz="2600"/>
              <a:t>Notifications and audit logs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Excuse Letter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Student creates excuse letter</a:t>
            </a:r>
          </a:p>
          <a:p>
            <a:pPr marL="342900" indent="-171450">
              <a:buChar char="•"/>
            </a:pPr>
            <a:r>
              <a:rPr lang="en-US" sz="2600"/>
              <a:t>Optional attachment upload</a:t>
            </a:r>
          </a:p>
          <a:p>
            <a:pPr marL="342900" indent="-171450">
              <a:buChar char="•"/>
            </a:pPr>
            <a:r>
              <a:rPr lang="en-US" sz="2600"/>
              <a:t>Parent approval required for student-created letters</a:t>
            </a:r>
          </a:p>
          <a:p>
            <a:pPr marL="342900" indent="-171450">
              <a:buChar char="•"/>
            </a:pPr>
            <a:r>
              <a:rPr lang="en-US" sz="2600"/>
              <a:t>Parent can create signed letters</a:t>
            </a:r>
          </a:p>
          <a:p>
            <a:pPr marL="342900" indent="-171450">
              <a:buChar char="•"/>
            </a:pPr>
            <a:r>
              <a:rPr lang="en-US" sz="2600"/>
              <a:t>Approved letter download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Emergency And Clinic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Emergency alert creation from attendance panel</a:t>
            </a:r>
          </a:p>
          <a:p>
            <a:pPr marL="342900" indent="-171450">
              <a:buChar char="•"/>
            </a:pPr>
            <a:r>
              <a:rPr lang="en-US" sz="2600"/>
              <a:t>Clinic dashboard alert monitoring</a:t>
            </a:r>
          </a:p>
          <a:p>
            <a:pPr marL="342900" indent="-171450">
              <a:buChar char="•"/>
            </a:pPr>
            <a:r>
              <a:rPr lang="en-US" sz="2600"/>
              <a:t>Emergency types and hotlines</a:t>
            </a:r>
          </a:p>
          <a:p>
            <a:pPr marL="342900" indent="-171450">
              <a:buChar char="•"/>
            </a:pPr>
            <a:r>
              <a:rPr lang="en-US" sz="2600"/>
              <a:t>Case logs and patient histories</a:t>
            </a:r>
          </a:p>
          <a:p>
            <a:pPr marL="342900" indent="-171450">
              <a:buChar char="•"/>
            </a:pPr>
            <a:r>
              <a:rPr lang="en-US" sz="2600"/>
              <a:t>Clinic reports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Emergency Demonstration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Trigger emergency alert from panel</a:t>
            </a:r>
          </a:p>
          <a:p>
            <a:pPr marL="342900" indent="-171450">
              <a:buChar char="•"/>
            </a:pPr>
            <a:r>
              <a:rPr lang="en-US" sz="2600"/>
              <a:t>Login as clinic</a:t>
            </a:r>
          </a:p>
          <a:p>
            <a:pPr marL="342900" indent="-171450">
              <a:buChar char="•"/>
            </a:pPr>
            <a:r>
              <a:rPr lang="en-US" sz="2600"/>
              <a:t>Review alert details</a:t>
            </a:r>
          </a:p>
          <a:p>
            <a:pPr marL="342900" indent="-171450">
              <a:buChar char="•"/>
            </a:pPr>
            <a:r>
              <a:rPr lang="en-US" sz="2600"/>
              <a:t>Update alert status</a:t>
            </a:r>
          </a:p>
          <a:p>
            <a:pPr marL="342900" indent="-171450">
              <a:buChar char="•"/>
            </a:pPr>
            <a:r>
              <a:rPr lang="en-US" sz="2600"/>
              <a:t>Create clinic case and patient history</a:t>
            </a:r>
          </a:p>
          <a:p>
            <a:pPr marL="342900" indent="-171450">
              <a:buChar char="•"/>
            </a:pPr>
            <a:r>
              <a:rPr lang="en-US" sz="2600"/>
              <a:t>Show clinic reports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Reports And Audit Capabilities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Shared role-aware reports</a:t>
            </a:r>
          </a:p>
          <a:p>
            <a:pPr marL="342900" indent="-171450">
              <a:buChar char="•"/>
            </a:pPr>
            <a:r>
              <a:rPr lang="en-US" sz="2600"/>
              <a:t>CSV export</a:t>
            </a:r>
          </a:p>
          <a:p>
            <a:pPr marL="342900" indent="-171450">
              <a:buChar char="•"/>
            </a:pPr>
            <a:r>
              <a:rPr lang="en-US" sz="2600"/>
              <a:t>Activity logs</a:t>
            </a:r>
          </a:p>
          <a:p>
            <a:pPr marL="342900" indent="-171450">
              <a:buChar char="•"/>
            </a:pPr>
            <a:r>
              <a:rPr lang="en-US" sz="2600"/>
              <a:t>Online class audit logs</a:t>
            </a:r>
          </a:p>
          <a:p>
            <a:pPr marL="342900" indent="-171450">
              <a:buChar char="•"/>
            </a:pPr>
            <a:r>
              <a:rPr lang="en-US" sz="2600"/>
              <a:t>Registrar enrollment logs</a:t>
            </a:r>
          </a:p>
          <a:p>
            <a:pPr marL="342900" indent="-171450">
              <a:buChar char="•"/>
            </a:pPr>
            <a:r>
              <a:rPr lang="en-US" sz="2600"/>
              <a:t>Accountability without sensitive payloads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Full Demo Closing Sequence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Admin setup records</a:t>
            </a:r>
          </a:p>
          <a:p>
            <a:pPr marL="342900" indent="-171450">
              <a:buChar char="•"/>
            </a:pPr>
            <a:r>
              <a:rPr lang="en-US" sz="2600"/>
              <a:t>Registrar enrollment</a:t>
            </a:r>
          </a:p>
          <a:p>
            <a:pPr marL="342900" indent="-171450">
              <a:buChar char="•"/>
            </a:pPr>
            <a:r>
              <a:rPr lang="en-US" sz="2600"/>
              <a:t>Instructor verification by face, OTP, or security question</a:t>
            </a:r>
          </a:p>
          <a:p>
            <a:pPr marL="342900" indent="-171450">
              <a:buChar char="•"/>
            </a:pPr>
            <a:r>
              <a:rPr lang="en-US" sz="2600"/>
              <a:t>Panel attendance tap</a:t>
            </a:r>
          </a:p>
          <a:p>
            <a:pPr marL="342900" indent="-171450">
              <a:buChar char="•"/>
            </a:pPr>
            <a:r>
              <a:rPr lang="en-US" sz="2600"/>
              <a:t>Portal, Messenger, excuse letters, emergency, inventory, reports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Known Limitations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No schedule overlap detection</a:t>
            </a:r>
          </a:p>
          <a:p>
            <a:pPr marL="342900" indent="-171450">
              <a:buChar char="•"/>
            </a:pPr>
            <a:r>
              <a:rPr lang="en-US" sz="2600"/>
              <a:t>No dedicated setup wizard</a:t>
            </a:r>
          </a:p>
          <a:p>
            <a:pPr marL="342900" indent="-171450">
              <a:buChar char="•"/>
            </a:pPr>
            <a:r>
              <a:rPr lang="en-US" sz="2600"/>
              <a:t>No academic term closing/archive workflow</a:t>
            </a:r>
          </a:p>
          <a:p>
            <a:pPr marL="342900" indent="-171450">
              <a:buChar char="•"/>
            </a:pPr>
            <a:r>
              <a:rPr lang="en-US" sz="2600"/>
              <a:t>No attendance correction approval workflow</a:t>
            </a:r>
          </a:p>
          <a:p>
            <a:pPr marL="342900" indent="-171450">
              <a:buChar char="•"/>
            </a:pPr>
            <a:r>
              <a:rPr lang="en-US" sz="2600"/>
              <a:t>Live SMS/text dispatch depends on external provider readiness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900" b="1"/>
              <a:t>Conclusion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315200" cy="4343400"/>
          </a:xfrm>
        </p:spPr>
        <p:txBody>
          <a:bodyPr/>
          <a:lstStyle/>
          <a:p>
            <a:pPr marL="342900" indent="-171450">
              <a:buChar char="•"/>
            </a:pPr>
            <a:r>
              <a:rPr lang="en-US" sz="2600"/>
              <a:t>Complete role-based school operations workflow</a:t>
            </a:r>
          </a:p>
          <a:p>
            <a:pPr marL="342900" indent="-171450">
              <a:buChar char="•"/>
            </a:pPr>
            <a:r>
              <a:rPr lang="en-US" sz="2600"/>
              <a:t>Strong RFID attendance core</a:t>
            </a:r>
          </a:p>
          <a:p>
            <a:pPr marL="342900" indent="-171450">
              <a:buChar char="•"/>
            </a:pPr>
            <a:r>
              <a:rPr lang="en-US" sz="2600"/>
              <a:t>Biometric verification, portal self-service, clinic response, inventory visibility, messaging, reports, and auditability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">
  <a:themeElements>
    <a:clrScheme name="Capstone">
      <a:dk1>
        <a:srgbClr val="111827"/>
      </a:dk1>
      <a:lt1>
        <a:srgbClr val="FFFFFF"/>
      </a:lt1>
      <a:dk2>
        <a:srgbClr val="1F2937"/>
      </a:dk2>
      <a:lt2>
        <a:srgbClr val="F9FAFB"/>
      </a:lt2>
      <a:accent1>
        <a:srgbClr val="0F766E"/>
      </a:accent1>
      <a:accent2>
        <a:srgbClr val="2563EB"/>
      </a:accent2>
      <a:accent3>
        <a:srgbClr val="DC2626"/>
      </a:accent3>
      <a:accent4>
        <a:srgbClr val="CA8A04"/>
      </a:accent4>
      <a:accent5>
        <a:srgbClr val="16A34A"/>
      </a:accent5>
      <a:accent6>
        <a:srgbClr val="7C3AED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Borrowing And Attendance System</dc:title>
  <dc:creator>Codex</dc:creator>
  <cp:lastModifiedBy>Codex</cp:lastModifiedBy>
</cp:coreProperties>
</file>